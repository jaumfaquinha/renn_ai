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30276000" cy="42804000"/>
  <p:notesSz cx="6908800" cy="1193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21005" indent="3683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841375" indent="73025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262380" indent="109855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682750" indent="14605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98" userDrawn="1">
          <p15:clr>
            <a:srgbClr val="A4A3A4"/>
          </p15:clr>
        </p15:guide>
        <p15:guide id="2" pos="9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CCFF"/>
    <a:srgbClr val="4D4D4D"/>
    <a:srgbClr val="003300"/>
    <a:srgbClr val="FF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 autoAdjust="0"/>
    <p:restoredTop sz="94660" autoAdjust="0"/>
  </p:normalViewPr>
  <p:slideViewPr>
    <p:cSldViewPr showGuides="1">
      <p:cViewPr>
        <p:scale>
          <a:sx n="37" d="100"/>
          <a:sy n="37" d="100"/>
        </p:scale>
        <p:origin x="-546" y="-114"/>
      </p:cViewPr>
      <p:guideLst>
        <p:guide orient="horz" pos="10798"/>
        <p:guide pos="9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4025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4775" y="0"/>
            <a:ext cx="2994025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28400"/>
            <a:ext cx="2994025" cy="5730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4775" y="11328400"/>
            <a:ext cx="2994025" cy="5730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b" anchorCtr="0" compatLnSpc="1"/>
          <a:lstStyle>
            <a:lvl1pPr algn="r">
              <a:defRPr sz="1400"/>
            </a:lvl1pPr>
          </a:lstStyle>
          <a:p>
            <a:fld id="{851698A2-AA92-4CFD-90A1-89C03C9B1731}" type="slidenum">
              <a:rPr lang="pt-BR" altLang="pt-BR"/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4025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4775" y="0"/>
            <a:ext cx="2994025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68450" y="893763"/>
            <a:ext cx="3773488" cy="4479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5672138"/>
            <a:ext cx="5064125" cy="5372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/>
          <a:lstStyle/>
          <a:p>
            <a:pPr lvl="0"/>
            <a:r>
              <a:rPr lang="en-US" noProof="0"/>
              <a:t>Clique para editar os estilos do texto mestre</a:t>
            </a:r>
            <a:endParaRPr lang="en-US" noProof="0"/>
          </a:p>
          <a:p>
            <a:pPr lvl="1"/>
            <a:r>
              <a:rPr lang="en-US" noProof="0"/>
              <a:t>Segundo nível</a:t>
            </a:r>
            <a:endParaRPr lang="en-US" noProof="0"/>
          </a:p>
          <a:p>
            <a:pPr lvl="2"/>
            <a:r>
              <a:rPr lang="en-US" noProof="0"/>
              <a:t>Terceiro nível</a:t>
            </a:r>
            <a:endParaRPr lang="en-US" noProof="0"/>
          </a:p>
          <a:p>
            <a:pPr lvl="3"/>
            <a:r>
              <a:rPr lang="en-US" noProof="0"/>
              <a:t>Quarto nível</a:t>
            </a:r>
            <a:endParaRPr lang="en-US" noProof="0"/>
          </a:p>
          <a:p>
            <a:pPr lvl="4"/>
            <a:r>
              <a:rPr lang="en-US" noProof="0"/>
              <a:t>Quinto nível</a:t>
            </a:r>
            <a:endParaRPr 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39513"/>
            <a:ext cx="2994025" cy="598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4775" y="11339513"/>
            <a:ext cx="2994025" cy="598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b" anchorCtr="0" compatLnSpc="1"/>
          <a:lstStyle>
            <a:lvl1pPr algn="r">
              <a:defRPr sz="1400"/>
            </a:lvl1pPr>
          </a:lstStyle>
          <a:p>
            <a:fld id="{1C3618D8-B3B5-4BC2-8DFE-F765B802E86B}" type="slidenum">
              <a:rPr lang="en-US" altLang="pt-BR"/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2100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84137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26238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68275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105660" algn="l" defTabSz="84201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26665" algn="l" defTabSz="84201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47670" algn="l" defTabSz="84201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68675" algn="l" defTabSz="84201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4588F99-D8CC-45CD-8CF0-DFCF5D9F5E76}" type="slidenum">
              <a:rPr lang="en-US" altLang="pt-BR" sz="1400"/>
            </a:fld>
            <a:endParaRPr lang="en-US" altLang="pt-BR" sz="14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411" y="10626001"/>
            <a:ext cx="24482779" cy="733074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4320823" y="19381920"/>
            <a:ext cx="20161956" cy="8742098"/>
          </a:xfrm>
        </p:spPr>
        <p:txBody>
          <a:bodyPr/>
          <a:lstStyle>
            <a:lvl1pPr marL="0" indent="0" algn="ctr">
              <a:buNone/>
              <a:defRPr/>
            </a:lvl1pPr>
            <a:lvl2pPr marL="421005" indent="0" algn="ctr">
              <a:buNone/>
              <a:defRPr/>
            </a:lvl2pPr>
            <a:lvl3pPr marL="842010" indent="0" algn="ctr">
              <a:buNone/>
              <a:defRPr/>
            </a:lvl3pPr>
            <a:lvl4pPr marL="1263015" indent="0" algn="ctr">
              <a:buNone/>
              <a:defRPr/>
            </a:lvl4pPr>
            <a:lvl5pPr marL="1684020" indent="0" algn="ctr">
              <a:buNone/>
              <a:defRPr/>
            </a:lvl5pPr>
            <a:lvl6pPr marL="2105660" indent="0" algn="ctr">
              <a:buNone/>
              <a:defRPr/>
            </a:lvl6pPr>
            <a:lvl7pPr marL="2526665" indent="0" algn="ctr">
              <a:buNone/>
              <a:defRPr/>
            </a:lvl7pPr>
            <a:lvl8pPr marL="2947670" indent="0" algn="ctr">
              <a:buNone/>
              <a:defRPr/>
            </a:lvl8pPr>
            <a:lvl9pPr marL="3368675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0BA1EA-BF5B-44F7-B762-2D1B34085DB3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AA3195-5119-47DE-BE6F-B989843731DA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4712" y="21979666"/>
            <a:ext cx="24484189" cy="6792846"/>
          </a:xfrm>
        </p:spPr>
        <p:txBody>
          <a:bodyPr anchor="t"/>
          <a:lstStyle>
            <a:lvl1pPr algn="l">
              <a:defRPr sz="3700" b="1" cap="all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274712" y="14496853"/>
            <a:ext cx="24484189" cy="7482814"/>
          </a:xfrm>
        </p:spPr>
        <p:txBody>
          <a:bodyPr anchor="b"/>
          <a:lstStyle>
            <a:lvl1pPr marL="0" indent="0">
              <a:buNone/>
              <a:defRPr sz="1800"/>
            </a:lvl1pPr>
            <a:lvl2pPr marL="421005" indent="0">
              <a:buNone/>
              <a:defRPr sz="1700"/>
            </a:lvl2pPr>
            <a:lvl3pPr marL="842010" indent="0">
              <a:buNone/>
              <a:defRPr sz="1500"/>
            </a:lvl3pPr>
            <a:lvl4pPr marL="1263015" indent="0">
              <a:buNone/>
              <a:defRPr sz="1300"/>
            </a:lvl4pPr>
            <a:lvl5pPr marL="1684020" indent="0">
              <a:buNone/>
              <a:defRPr sz="1300"/>
            </a:lvl5pPr>
            <a:lvl6pPr marL="2105660" indent="0">
              <a:buNone/>
              <a:defRPr sz="1300"/>
            </a:lvl6pPr>
            <a:lvl7pPr marL="2526665" indent="0">
              <a:buNone/>
              <a:defRPr sz="1300"/>
            </a:lvl7pPr>
            <a:lvl8pPr marL="2947670" indent="0">
              <a:buNone/>
              <a:defRPr sz="1300"/>
            </a:lvl8pPr>
            <a:lvl9pPr marL="3368675" indent="0">
              <a:buNone/>
              <a:defRPr sz="13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6996EA-48A5-4A5B-837A-45176436823F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2160412" y="9883246"/>
            <a:ext cx="12173655" cy="2052181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4469536" y="9883246"/>
            <a:ext cx="12173656" cy="2052181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11B85B-2D13-4E91-BC46-35BB3A5CC12C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0747" y="1369880"/>
            <a:ext cx="25922111" cy="5700713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440747" y="7656249"/>
            <a:ext cx="12725400" cy="319094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1005" indent="0">
              <a:buNone/>
              <a:defRPr sz="1800" b="1"/>
            </a:lvl2pPr>
            <a:lvl3pPr marL="842010" indent="0">
              <a:buNone/>
              <a:defRPr sz="1700" b="1"/>
            </a:lvl3pPr>
            <a:lvl4pPr marL="1263015" indent="0">
              <a:buNone/>
              <a:defRPr sz="1500" b="1"/>
            </a:lvl4pPr>
            <a:lvl5pPr marL="1684020" indent="0">
              <a:buNone/>
              <a:defRPr sz="1500" b="1"/>
            </a:lvl5pPr>
            <a:lvl6pPr marL="2105660" indent="0">
              <a:buNone/>
              <a:defRPr sz="1500" b="1"/>
            </a:lvl6pPr>
            <a:lvl7pPr marL="2526665" indent="0">
              <a:buNone/>
              <a:defRPr sz="1500" b="1"/>
            </a:lvl7pPr>
            <a:lvl8pPr marL="2947670" indent="0">
              <a:buNone/>
              <a:defRPr sz="1500" b="1"/>
            </a:lvl8pPr>
            <a:lvl9pPr marL="3368675" indent="0">
              <a:buNone/>
              <a:defRPr sz="1500" b="1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440747" y="10847190"/>
            <a:ext cx="12725400" cy="1970742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14631812" y="7656249"/>
            <a:ext cx="12731044" cy="319094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1005" indent="0">
              <a:buNone/>
              <a:defRPr sz="1800" b="1"/>
            </a:lvl2pPr>
            <a:lvl3pPr marL="842010" indent="0">
              <a:buNone/>
              <a:defRPr sz="1700" b="1"/>
            </a:lvl3pPr>
            <a:lvl4pPr marL="1263015" indent="0">
              <a:buNone/>
              <a:defRPr sz="1500" b="1"/>
            </a:lvl4pPr>
            <a:lvl5pPr marL="1684020" indent="0">
              <a:buNone/>
              <a:defRPr sz="1500" b="1"/>
            </a:lvl5pPr>
            <a:lvl6pPr marL="2105660" indent="0">
              <a:buNone/>
              <a:defRPr sz="1500" b="1"/>
            </a:lvl6pPr>
            <a:lvl7pPr marL="2526665" indent="0">
              <a:buNone/>
              <a:defRPr sz="1500" b="1"/>
            </a:lvl7pPr>
            <a:lvl8pPr marL="2947670" indent="0">
              <a:buNone/>
              <a:defRPr sz="1500" b="1"/>
            </a:lvl8pPr>
            <a:lvl9pPr marL="3368675" indent="0">
              <a:buNone/>
              <a:defRPr sz="1500" b="1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14631812" y="10847190"/>
            <a:ext cx="12731044" cy="1970742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7D074-266A-4894-9603-BAD5AB797690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7AE562-CBC0-46B3-B70D-61B682DAB646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4FF88-7D79-47AE-8CD2-084AF7076E61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0747" y="1362342"/>
            <a:ext cx="9475611" cy="579497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11262079" y="1362340"/>
            <a:ext cx="16100779" cy="29192273"/>
          </a:xfrm>
        </p:spPr>
        <p:txBody>
          <a:bodyPr/>
          <a:lstStyle>
            <a:lvl1pPr>
              <a:defRPr sz="29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440747" y="7157313"/>
            <a:ext cx="9475611" cy="23397302"/>
          </a:xfrm>
        </p:spPr>
        <p:txBody>
          <a:bodyPr/>
          <a:lstStyle>
            <a:lvl1pPr marL="0" indent="0">
              <a:buNone/>
              <a:defRPr sz="1300"/>
            </a:lvl1pPr>
            <a:lvl2pPr marL="421005" indent="0">
              <a:buNone/>
              <a:defRPr sz="1100"/>
            </a:lvl2pPr>
            <a:lvl3pPr marL="842010" indent="0">
              <a:buNone/>
              <a:defRPr sz="900"/>
            </a:lvl3pPr>
            <a:lvl4pPr marL="1263015" indent="0">
              <a:buNone/>
              <a:defRPr sz="800"/>
            </a:lvl4pPr>
            <a:lvl5pPr marL="1684020" indent="0">
              <a:buNone/>
              <a:defRPr sz="800"/>
            </a:lvl5pPr>
            <a:lvl6pPr marL="2105660" indent="0">
              <a:buNone/>
              <a:defRPr sz="800"/>
            </a:lvl6pPr>
            <a:lvl7pPr marL="2526665" indent="0">
              <a:buNone/>
              <a:defRPr sz="800"/>
            </a:lvl7pPr>
            <a:lvl8pPr marL="2947670" indent="0">
              <a:buNone/>
              <a:defRPr sz="800"/>
            </a:lvl8pPr>
            <a:lvl9pPr marL="3368675" indent="0">
              <a:buNone/>
              <a:defRPr sz="8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037C0-EBC9-4DFB-BAED-344728E9CBBD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5858" y="23942744"/>
            <a:ext cx="17281877" cy="2826477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5858" y="3056467"/>
            <a:ext cx="17281877" cy="20521812"/>
          </a:xfrm>
        </p:spPr>
        <p:txBody>
          <a:bodyPr/>
          <a:lstStyle>
            <a:lvl1pPr marL="0" indent="0">
              <a:buNone/>
              <a:defRPr sz="2900"/>
            </a:lvl1pPr>
            <a:lvl2pPr marL="421005" indent="0">
              <a:buNone/>
              <a:defRPr sz="2600"/>
            </a:lvl2pPr>
            <a:lvl3pPr marL="842010" indent="0">
              <a:buNone/>
              <a:defRPr sz="2200"/>
            </a:lvl3pPr>
            <a:lvl4pPr marL="1263015" indent="0">
              <a:buNone/>
              <a:defRPr sz="1800"/>
            </a:lvl4pPr>
            <a:lvl5pPr marL="1684020" indent="0">
              <a:buNone/>
              <a:defRPr sz="1800"/>
            </a:lvl5pPr>
            <a:lvl6pPr marL="2105660" indent="0">
              <a:buNone/>
              <a:defRPr sz="1800"/>
            </a:lvl6pPr>
            <a:lvl7pPr marL="2526665" indent="0">
              <a:buNone/>
              <a:defRPr sz="1800"/>
            </a:lvl7pPr>
            <a:lvl8pPr marL="2947670" indent="0">
              <a:buNone/>
              <a:defRPr sz="1800"/>
            </a:lvl8pPr>
            <a:lvl9pPr marL="3368675" indent="0">
              <a:buNone/>
              <a:defRPr sz="18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645858" y="26769220"/>
            <a:ext cx="17281877" cy="4014126"/>
          </a:xfrm>
        </p:spPr>
        <p:txBody>
          <a:bodyPr/>
          <a:lstStyle>
            <a:lvl1pPr marL="0" indent="0">
              <a:buNone/>
              <a:defRPr sz="1300"/>
            </a:lvl1pPr>
            <a:lvl2pPr marL="421005" indent="0">
              <a:buNone/>
              <a:defRPr sz="1100"/>
            </a:lvl2pPr>
            <a:lvl3pPr marL="842010" indent="0">
              <a:buNone/>
              <a:defRPr sz="900"/>
            </a:lvl3pPr>
            <a:lvl4pPr marL="1263015" indent="0">
              <a:buNone/>
              <a:defRPr sz="800"/>
            </a:lvl4pPr>
            <a:lvl5pPr marL="1684020" indent="0">
              <a:buNone/>
              <a:defRPr sz="800"/>
            </a:lvl5pPr>
            <a:lvl6pPr marL="2105660" indent="0">
              <a:buNone/>
              <a:defRPr sz="800"/>
            </a:lvl6pPr>
            <a:lvl7pPr marL="2526665" indent="0">
              <a:buNone/>
              <a:defRPr sz="800"/>
            </a:lvl7pPr>
            <a:lvl8pPr marL="2947670" indent="0">
              <a:buNone/>
              <a:defRPr sz="800"/>
            </a:lvl8pPr>
            <a:lvl9pPr marL="3368675" indent="0">
              <a:buNone/>
              <a:defRPr sz="8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68806B-C385-4444-B0CA-AEB5DE72F905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39C2E-57CB-4A26-8F6E-B98BA3888930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523202" y="3042643"/>
            <a:ext cx="6119989" cy="273624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2160411" y="3042643"/>
            <a:ext cx="18227323" cy="273624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AE6996-806D-4318-A054-5CC8FF3F04A8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60588" y="3043238"/>
            <a:ext cx="24482425" cy="570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82706" tIns="141354" rIns="282706" bIns="141354" numCol="1" anchor="ctr" anchorCtr="0" compatLnSpc="1"/>
          <a:lstStyle/>
          <a:p>
            <a:pPr lvl="0"/>
            <a:r>
              <a:rPr lang="en-US" altLang="pt-BR"/>
              <a:t>Clique para editar o estilo do título mestre</a:t>
            </a:r>
            <a:endParaRPr lang="en-US" altLang="pt-B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60588" y="9882188"/>
            <a:ext cx="24482425" cy="2052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82706" tIns="141354" rIns="282706" bIns="141354" numCol="1" anchor="t" anchorCtr="0" compatLnSpc="1"/>
          <a:lstStyle/>
          <a:p>
            <a:pPr lvl="0"/>
            <a:r>
              <a:rPr lang="en-US" altLang="pt-BR"/>
              <a:t>Clique para editar os estilos do texto mestre</a:t>
            </a:r>
            <a:endParaRPr lang="en-US" altLang="pt-BR"/>
          </a:p>
          <a:p>
            <a:pPr lvl="1"/>
            <a:r>
              <a:rPr lang="en-US" altLang="pt-BR"/>
              <a:t>Segundo nível</a:t>
            </a:r>
            <a:endParaRPr lang="en-US" altLang="pt-BR"/>
          </a:p>
          <a:p>
            <a:pPr lvl="2"/>
            <a:r>
              <a:rPr lang="en-US" altLang="pt-BR"/>
              <a:t>Terceiro nível</a:t>
            </a:r>
            <a:endParaRPr lang="en-US" altLang="pt-BR"/>
          </a:p>
          <a:p>
            <a:pPr lvl="3"/>
            <a:r>
              <a:rPr lang="en-US" altLang="pt-BR"/>
              <a:t>Quarto nível</a:t>
            </a:r>
            <a:endParaRPr lang="en-US" altLang="pt-BR"/>
          </a:p>
          <a:p>
            <a:pPr lvl="4"/>
            <a:r>
              <a:rPr lang="en-US" altLang="pt-BR"/>
              <a:t>Quinto nível</a:t>
            </a:r>
            <a:endParaRPr lang="en-US" altLang="pt-B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82706" tIns="141354" rIns="282706" bIns="141354" numCol="1" anchor="t" anchorCtr="0" compatLnSpc="1"/>
          <a:lstStyle>
            <a:lvl1pPr>
              <a:defRPr sz="4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82706" tIns="141354" rIns="282706" bIns="141354" numCol="1" anchor="t" anchorCtr="0" compatLnSpc="1"/>
          <a:lstStyle>
            <a:lvl1pPr algn="ctr">
              <a:defRPr sz="4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82706" tIns="141354" rIns="282706" bIns="141354" numCol="1" anchor="t" anchorCtr="0" compatLnSpc="1"/>
          <a:lstStyle>
            <a:lvl1pPr algn="r">
              <a:defRPr sz="4400"/>
            </a:lvl1pPr>
          </a:lstStyle>
          <a:p>
            <a:fld id="{DFDD073A-59B8-456E-989A-CF5105B2974A}" type="slidenum">
              <a:rPr lang="en-US" altLang="pt-BR"/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anose="02020603050405020304" pitchFamily="18" charset="0"/>
        </a:defRPr>
      </a:lvl2pPr>
      <a:lvl3pPr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anose="02020603050405020304" pitchFamily="18" charset="0"/>
        </a:defRPr>
      </a:lvl3pPr>
      <a:lvl4pPr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anose="02020603050405020304" pitchFamily="18" charset="0"/>
        </a:defRPr>
      </a:lvl4pPr>
      <a:lvl5pPr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anose="02020603050405020304" pitchFamily="18" charset="0"/>
        </a:defRPr>
      </a:lvl5pPr>
      <a:lvl6pPr marL="421005"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anose="02020603050405020304" pitchFamily="18" charset="0"/>
        </a:defRPr>
      </a:lvl6pPr>
      <a:lvl7pPr marL="842010"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anose="02020603050405020304" pitchFamily="18" charset="0"/>
        </a:defRPr>
      </a:lvl7pPr>
      <a:lvl8pPr marL="1263015"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anose="02020603050405020304" pitchFamily="18" charset="0"/>
        </a:defRPr>
      </a:lvl8pPr>
      <a:lvl9pPr marL="1684020" algn="ctr" defTabSz="2824480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057275" indent="-1057275" algn="l" defTabSz="2824480" rtl="0" eaLnBrk="0" fontAlgn="base" hangingPunct="0">
        <a:spcBef>
          <a:spcPct val="20000"/>
        </a:spcBef>
        <a:spcAft>
          <a:spcPct val="0"/>
        </a:spcAft>
        <a:buChar char="•"/>
        <a:defRPr sz="10000">
          <a:solidFill>
            <a:schemeClr val="tx1"/>
          </a:solidFill>
          <a:latin typeface="+mn-lt"/>
          <a:ea typeface="+mn-ea"/>
          <a:cs typeface="+mn-cs"/>
        </a:defRPr>
      </a:lvl1pPr>
      <a:lvl2pPr marL="2294255" indent="-879475" algn="l" defTabSz="2824480" rtl="0" eaLnBrk="0" fontAlgn="base" hangingPunct="0">
        <a:spcBef>
          <a:spcPct val="20000"/>
        </a:spcBef>
        <a:spcAft>
          <a:spcPct val="0"/>
        </a:spcAft>
        <a:buChar char="–"/>
        <a:defRPr sz="8600">
          <a:solidFill>
            <a:schemeClr val="tx1"/>
          </a:solidFill>
          <a:latin typeface="+mn-lt"/>
        </a:defRPr>
      </a:lvl2pPr>
      <a:lvl3pPr marL="3532505" indent="-706755" algn="l" defTabSz="2824480" rtl="0" eaLnBrk="0" fontAlgn="base" hangingPunct="0">
        <a:spcBef>
          <a:spcPct val="20000"/>
        </a:spcBef>
        <a:spcAft>
          <a:spcPct val="0"/>
        </a:spcAft>
        <a:buChar char="•"/>
        <a:defRPr sz="7400">
          <a:solidFill>
            <a:schemeClr val="tx1"/>
          </a:solidFill>
          <a:latin typeface="+mn-lt"/>
        </a:defRPr>
      </a:lvl3pPr>
      <a:lvl4pPr marL="4946650" indent="-706755" algn="l" defTabSz="2824480" rtl="0" eaLnBrk="0" fontAlgn="base" hangingPunct="0">
        <a:spcBef>
          <a:spcPct val="20000"/>
        </a:spcBef>
        <a:spcAft>
          <a:spcPct val="0"/>
        </a:spcAft>
        <a:buChar char="–"/>
        <a:defRPr sz="6200">
          <a:solidFill>
            <a:schemeClr val="tx1"/>
          </a:solidFill>
          <a:latin typeface="+mn-lt"/>
        </a:defRPr>
      </a:lvl4pPr>
      <a:lvl5pPr marL="6362700" indent="-706755" algn="l" defTabSz="2824480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5pPr>
      <a:lvl6pPr marL="6784340" indent="-707390" algn="l" defTabSz="2824480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6pPr>
      <a:lvl7pPr marL="7205345" indent="-707390" algn="l" defTabSz="2824480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7pPr>
      <a:lvl8pPr marL="7626350" indent="-707390" algn="l" defTabSz="2824480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8pPr>
      <a:lvl9pPr marL="8047355" indent="-707390" algn="l" defTabSz="2824480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1005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42010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63015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84020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05660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26665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47670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68675" algn="l" defTabSz="84201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33"/>
          <p:cNvSpPr>
            <a:spLocks noChangeArrowheads="1"/>
          </p:cNvSpPr>
          <p:nvPr/>
        </p:nvSpPr>
        <p:spPr bwMode="auto">
          <a:xfrm>
            <a:off x="19828577" y="27604269"/>
            <a:ext cx="0" cy="288061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500"/>
          </a:p>
        </p:txBody>
      </p:sp>
      <p:sp>
        <p:nvSpPr>
          <p:cNvPr id="2051" name="Line 606"/>
          <p:cNvSpPr>
            <a:spLocks noChangeShapeType="1"/>
          </p:cNvSpPr>
          <p:nvPr/>
        </p:nvSpPr>
        <p:spPr bwMode="auto">
          <a:xfrm>
            <a:off x="1416685" y="21759594"/>
            <a:ext cx="0" cy="713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2" name="Line 618"/>
          <p:cNvSpPr>
            <a:spLocks noChangeShapeType="1"/>
          </p:cNvSpPr>
          <p:nvPr/>
        </p:nvSpPr>
        <p:spPr bwMode="auto">
          <a:xfrm>
            <a:off x="14465534" y="21759594"/>
            <a:ext cx="0" cy="713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3" name="Line 723"/>
          <p:cNvSpPr>
            <a:spLocks noChangeShapeType="1"/>
          </p:cNvSpPr>
          <p:nvPr/>
        </p:nvSpPr>
        <p:spPr bwMode="auto">
          <a:xfrm>
            <a:off x="1416685" y="22472795"/>
            <a:ext cx="0" cy="83637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4" name="Line 743"/>
          <p:cNvSpPr>
            <a:spLocks noChangeShapeType="1"/>
          </p:cNvSpPr>
          <p:nvPr/>
        </p:nvSpPr>
        <p:spPr bwMode="auto">
          <a:xfrm>
            <a:off x="14465534" y="22472795"/>
            <a:ext cx="0" cy="83637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5" name="Line 757"/>
          <p:cNvSpPr>
            <a:spLocks noChangeShapeType="1"/>
          </p:cNvSpPr>
          <p:nvPr/>
        </p:nvSpPr>
        <p:spPr bwMode="auto">
          <a:xfrm>
            <a:off x="1416685" y="23309168"/>
            <a:ext cx="0" cy="836371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6" name="Line 777"/>
          <p:cNvSpPr>
            <a:spLocks noChangeShapeType="1"/>
          </p:cNvSpPr>
          <p:nvPr/>
        </p:nvSpPr>
        <p:spPr bwMode="auto">
          <a:xfrm>
            <a:off x="14465534" y="23309168"/>
            <a:ext cx="0" cy="836371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7" name="Line 778"/>
          <p:cNvSpPr>
            <a:spLocks noChangeShapeType="1"/>
          </p:cNvSpPr>
          <p:nvPr/>
        </p:nvSpPr>
        <p:spPr bwMode="auto">
          <a:xfrm>
            <a:off x="1416685" y="25402682"/>
            <a:ext cx="0" cy="913851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8" name="Line 779"/>
          <p:cNvSpPr>
            <a:spLocks noChangeShapeType="1"/>
          </p:cNvSpPr>
          <p:nvPr/>
        </p:nvSpPr>
        <p:spPr bwMode="auto">
          <a:xfrm>
            <a:off x="14465534" y="25402682"/>
            <a:ext cx="0" cy="913851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9" name="Text Box 77"/>
          <p:cNvSpPr txBox="1">
            <a:spLocks noChangeArrowheads="1"/>
          </p:cNvSpPr>
          <p:nvPr/>
        </p:nvSpPr>
        <p:spPr bwMode="auto">
          <a:xfrm>
            <a:off x="4465309" y="6832032"/>
            <a:ext cx="7266974" cy="657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894" b="1">
                <a:solidFill>
                  <a:srgbClr val="C00000"/>
                </a:solidFill>
                <a:latin typeface="Arial" panose="020B0604020202020204" pitchFamily="34" charset="0"/>
              </a:rPr>
              <a:t>INTRODUÇÃO</a:t>
            </a:r>
            <a:endParaRPr lang="pt-BR" altLang="pt-BR" sz="3300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060" name="Text Box 106"/>
          <p:cNvSpPr txBox="1">
            <a:spLocks noChangeArrowheads="1"/>
          </p:cNvSpPr>
          <p:nvPr/>
        </p:nvSpPr>
        <p:spPr bwMode="auto">
          <a:xfrm>
            <a:off x="1750415" y="12911130"/>
            <a:ext cx="13299146" cy="635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894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DESENVOLVIMENTO</a:t>
            </a:r>
            <a:endParaRPr lang="pt-BR" altLang="pt-BR" sz="3300" b="1" dirty="0">
              <a:solidFill>
                <a:srgbClr val="C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61" name="Rectangle 2"/>
          <p:cNvSpPr>
            <a:spLocks noChangeArrowheads="1"/>
          </p:cNvSpPr>
          <p:nvPr/>
        </p:nvSpPr>
        <p:spPr bwMode="auto">
          <a:xfrm>
            <a:off x="8715363" y="216543"/>
            <a:ext cx="20682926" cy="115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Aft>
                <a:spcPts val="0"/>
              </a:spcAft>
            </a:pPr>
            <a:r>
              <a:rPr lang="pt-BR" sz="7080" b="1">
                <a:solidFill>
                  <a:srgbClr val="C00000"/>
                </a:solidFill>
                <a:latin typeface="Arial" panose="020B0604020202020204"/>
              </a:rPr>
              <a:t>Renn.ai</a:t>
            </a:r>
            <a:endParaRPr lang="pt-BR" sz="6000" b="1" dirty="0">
              <a:solidFill>
                <a:srgbClr val="C00000"/>
              </a:solidFill>
              <a:latin typeface="Arial" panose="020B0604020202020204"/>
            </a:endParaRPr>
          </a:p>
        </p:txBody>
      </p:sp>
      <p:sp>
        <p:nvSpPr>
          <p:cNvPr id="2062" name="Rectangle 11"/>
          <p:cNvSpPr>
            <a:spLocks noChangeArrowheads="1"/>
          </p:cNvSpPr>
          <p:nvPr/>
        </p:nvSpPr>
        <p:spPr bwMode="auto">
          <a:xfrm>
            <a:off x="0" y="6079097"/>
            <a:ext cx="30275999" cy="327795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>
              <a:solidFill>
                <a:srgbClr val="C00000"/>
              </a:solidFill>
            </a:endParaRPr>
          </a:p>
        </p:txBody>
      </p:sp>
      <p:sp>
        <p:nvSpPr>
          <p:cNvPr id="2063" name="Rectangle 99"/>
          <p:cNvSpPr>
            <a:spLocks noChangeArrowheads="1"/>
          </p:cNvSpPr>
          <p:nvPr/>
        </p:nvSpPr>
        <p:spPr bwMode="auto">
          <a:xfrm>
            <a:off x="10353978" y="2614409"/>
            <a:ext cx="17297234" cy="1977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Aft>
                <a:spcPts val="400"/>
              </a:spcAft>
            </a:pPr>
            <a:r>
              <a:rPr sz="4248" b="1">
                <a:solidFill>
                  <a:srgbClr val="14181F"/>
                </a:solidFill>
                <a:latin typeface="Arial" panose="020B0604020202020204"/>
              </a:rPr>
              <a:t>João Pedro Fachini</a:t>
            </a:r>
            <a:r>
              <a:rPr lang="pt-BR" sz="4248" b="1">
                <a:solidFill>
                  <a:srgbClr val="14181F"/>
                </a:solidFill>
                <a:latin typeface="Arial" panose="020B0604020202020204"/>
              </a:rPr>
              <a:t> Moreira Silva</a:t>
            </a:r>
            <a:endParaRPr sz="3600" b="1">
              <a:solidFill>
                <a:srgbClr val="14181F"/>
              </a:solidFill>
              <a:latin typeface="Arial" panose="020B0604020202020204"/>
            </a:endParaRPr>
          </a:p>
          <a:p>
            <a:pPr algn="ctr">
              <a:spcAft>
                <a:spcPts val="400"/>
              </a:spcAft>
            </a:pPr>
            <a:r>
              <a:rPr lang="pt-BR" sz="3540" b="0">
                <a:solidFill>
                  <a:srgbClr val="14181F"/>
                </a:solidFill>
                <a:latin typeface="Arial" panose="020B0604020202020204"/>
              </a:rPr>
              <a:t>jo00.silva</a:t>
            </a:r>
            <a:r>
              <a:rPr sz="3540" b="0">
                <a:solidFill>
                  <a:srgbClr val="14181F"/>
                </a:solidFill>
                <a:latin typeface="Arial" panose="020B0604020202020204"/>
              </a:rPr>
              <a:t>@</a:t>
            </a:r>
            <a:r>
              <a:rPr lang="pt-BR" sz="3540" b="0">
                <a:solidFill>
                  <a:srgbClr val="14181F"/>
                </a:solidFill>
                <a:latin typeface="Arial" panose="020B0604020202020204"/>
              </a:rPr>
              <a:t>catolicasc</a:t>
            </a:r>
            <a:r>
              <a:rPr sz="3540" b="0">
                <a:solidFill>
                  <a:srgbClr val="14181F"/>
                </a:solidFill>
                <a:latin typeface="Arial" panose="020B0604020202020204"/>
              </a:rPr>
              <a:t>.</a:t>
            </a:r>
            <a:r>
              <a:rPr lang="pt-BR" sz="3540" b="0">
                <a:solidFill>
                  <a:srgbClr val="14181F"/>
                </a:solidFill>
                <a:latin typeface="Arial" panose="020B0604020202020204"/>
              </a:rPr>
              <a:t>edu.br</a:t>
            </a:r>
            <a:endParaRPr sz="3000" b="0">
              <a:solidFill>
                <a:srgbClr val="14181F"/>
              </a:solidFill>
              <a:latin typeface="Arial" panose="020B0604020202020204"/>
            </a:endParaRPr>
          </a:p>
          <a:p>
            <a:pPr algn="ctr">
              <a:spcAft>
                <a:spcPts val="400"/>
              </a:spcAft>
            </a:pPr>
            <a:r>
              <a:rPr sz="3540" b="0">
                <a:solidFill>
                  <a:srgbClr val="14181F"/>
                </a:solidFill>
                <a:latin typeface="Arial" panose="020B0604020202020204"/>
              </a:rPr>
              <a:t>Graduando em Engenharia de Software — Católica SC</a:t>
            </a:r>
            <a:endParaRPr sz="3000" b="0">
              <a:solidFill>
                <a:srgbClr val="14181F"/>
              </a:solidFill>
              <a:latin typeface="Arial" panose="020B0604020202020204"/>
            </a:endParaRPr>
          </a:p>
        </p:txBody>
      </p:sp>
      <p:sp>
        <p:nvSpPr>
          <p:cNvPr id="2064" name="Text Box 957"/>
          <p:cNvSpPr txBox="1">
            <a:spLocks noChangeArrowheads="1"/>
          </p:cNvSpPr>
          <p:nvPr/>
        </p:nvSpPr>
        <p:spPr bwMode="auto">
          <a:xfrm>
            <a:off x="18964216" y="31114649"/>
            <a:ext cx="7270310" cy="65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894" b="1">
                <a:solidFill>
                  <a:srgbClr val="C00000"/>
                </a:solidFill>
                <a:latin typeface="Arial" panose="020B0604020202020204" pitchFamily="34" charset="0"/>
              </a:rPr>
              <a:t>CONCLUSÕES</a:t>
            </a:r>
            <a:endParaRPr lang="pt-BR" altLang="pt-BR" sz="3300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Rectangle 1076"/>
          <p:cNvSpPr>
            <a:spLocks noChangeArrowheads="1"/>
          </p:cNvSpPr>
          <p:nvPr/>
        </p:nvSpPr>
        <p:spPr bwMode="auto">
          <a:xfrm>
            <a:off x="1379974" y="7489607"/>
            <a:ext cx="13669587" cy="522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69888" tIns="134944" rIns="269888" bIns="134944" anchor="t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12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No automobilismo profissional, todo piloto tem ao seu lado um engenheiro de corrida que analisa a telemetria e aponta, volta a volta, onde há tempo a recuperar. O piloto amador de simuladores não tem esse apoio: o cronômetro revela quanto tempo se perdeu, mas nunca onde nem por quê.</a:t>
            </a:r>
            <a:endParaRPr lang="pt-BR" dirty="0"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algn="l">
              <a:spcAft>
                <a:spcPts val="12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As ferramentas de telemetria existentes (MoTeC,</a:t>
            </a:r>
            <a:r>
              <a:rPr lang="pt-BR" sz="3068" b="0">
                <a:solidFill>
                  <a:srgbClr val="14181F"/>
                </a:solidFill>
                <a:latin typeface="Arial" panose="020B0604020202020204"/>
              </a:rPr>
              <a:t> Moza, Fanatec</a:t>
            </a: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) exigem parar a sessão e interpretar dados brutos uma barreira técnica que poucos vencem e que interrompe o ritmo do treino.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1200"/>
              </a:spcAft>
            </a:pPr>
            <a:r>
              <a:rPr sz="3068" b="1">
                <a:solidFill>
                  <a:srgbClr val="14181F"/>
                </a:solidFill>
                <a:latin typeface="Arial" panose="020B0604020202020204"/>
              </a:rPr>
              <a:t>Objetivo: </a:t>
            </a: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oferecer, em tempo real e em linguagem natural, o diagnóstico de onde e por que o piloto perde tempo em cada volta no Assetto Corsa.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</p:txBody>
      </p:sp>
      <p:sp>
        <p:nvSpPr>
          <p:cNvPr id="2066" name="Rectangle 1091"/>
          <p:cNvSpPr>
            <a:spLocks noChangeArrowheads="1"/>
          </p:cNvSpPr>
          <p:nvPr/>
        </p:nvSpPr>
        <p:spPr bwMode="auto">
          <a:xfrm>
            <a:off x="1750415" y="13280643"/>
            <a:ext cx="13669587" cy="86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pt-BR" altLang="pt-BR" sz="3068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pt-BR" altLang="pt-BR" sz="2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7" name="Rectangle 1588"/>
          <p:cNvSpPr>
            <a:spLocks noChangeArrowheads="1"/>
          </p:cNvSpPr>
          <p:nvPr/>
        </p:nvSpPr>
        <p:spPr bwMode="auto">
          <a:xfrm>
            <a:off x="0" y="45444236"/>
            <a:ext cx="30275999" cy="2455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>
            <a:spAutoFit/>
          </a:bodyPr>
          <a:lstStyle>
            <a:lvl1pPr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26987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26987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26987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26987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pt-BR" sz="413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altLang="pt-BR" sz="3500">
              <a:cs typeface="Times New Roman" panose="02020603050405020304" pitchFamily="18" charset="0"/>
            </a:endParaRPr>
          </a:p>
          <a:p>
            <a:endParaRPr lang="en-US" altLang="pt-BR" sz="7100"/>
          </a:p>
        </p:txBody>
      </p:sp>
      <p:sp>
        <p:nvSpPr>
          <p:cNvPr id="2068" name="Rectangle 3680"/>
          <p:cNvSpPr>
            <a:spLocks noChangeArrowheads="1"/>
          </p:cNvSpPr>
          <p:nvPr/>
        </p:nvSpPr>
        <p:spPr bwMode="auto">
          <a:xfrm>
            <a:off x="15940621" y="31585482"/>
            <a:ext cx="13035499" cy="284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8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O projeto mostra que dá para transformar telemetria bruta em orientação clara e falada, em tempo real um assistente que acompanha o piloto como um engenheiro de corrida, sem nunca controlar o carro. A arquitetura modular abre caminho para novos modelos especializados: desgaste de pneus, combustível e estratégia.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</p:txBody>
      </p:sp>
      <p:sp>
        <p:nvSpPr>
          <p:cNvPr id="2069" name="Text Box 957"/>
          <p:cNvSpPr txBox="1">
            <a:spLocks noChangeArrowheads="1"/>
          </p:cNvSpPr>
          <p:nvPr/>
        </p:nvSpPr>
        <p:spPr bwMode="auto">
          <a:xfrm>
            <a:off x="18957413" y="34699982"/>
            <a:ext cx="7268642" cy="65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894" b="1">
                <a:solidFill>
                  <a:srgbClr val="C00000"/>
                </a:solidFill>
                <a:latin typeface="Arial" panose="020B0604020202020204" pitchFamily="34" charset="0"/>
              </a:rPr>
              <a:t>REFERÊNCIAS</a:t>
            </a:r>
            <a:endParaRPr lang="pt-BR" altLang="pt-BR" sz="3300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070" name="Rectangle 11"/>
          <p:cNvSpPr>
            <a:spLocks noChangeArrowheads="1"/>
          </p:cNvSpPr>
          <p:nvPr/>
        </p:nvSpPr>
        <p:spPr bwMode="auto">
          <a:xfrm>
            <a:off x="0" y="42456339"/>
            <a:ext cx="30275999" cy="32779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>
              <a:solidFill>
                <a:srgbClr val="C00000"/>
              </a:solidFill>
            </a:endParaRPr>
          </a:p>
        </p:txBody>
      </p:sp>
      <p:sp>
        <p:nvSpPr>
          <p:cNvPr id="2071" name="Text Box 3655"/>
          <p:cNvSpPr txBox="1">
            <a:spLocks noChangeArrowheads="1"/>
          </p:cNvSpPr>
          <p:nvPr/>
        </p:nvSpPr>
        <p:spPr bwMode="auto">
          <a:xfrm>
            <a:off x="1362249" y="17347417"/>
            <a:ext cx="13622497" cy="38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0"/>
              </a:spcAft>
            </a:pPr>
            <a:r>
              <a:rPr sz="2360" b="0">
                <a:solidFill>
                  <a:srgbClr val="14181F"/>
                </a:solidFill>
                <a:latin typeface="Arial" panose="020B0604020202020204"/>
              </a:rPr>
              <a:t>Figura 1 — Arquitetura do pipeline de análise de telemetria.</a:t>
            </a:r>
            <a:endParaRPr lang="pt-BR" altLang="pt-BR" sz="2000" b="1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072" name="Imagem 64" descr="logo catolica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16" y="1281379"/>
            <a:ext cx="7820965" cy="309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" name="Text Box 3655"/>
          <p:cNvSpPr txBox="1">
            <a:spLocks noChangeArrowheads="1"/>
          </p:cNvSpPr>
          <p:nvPr/>
        </p:nvSpPr>
        <p:spPr bwMode="auto">
          <a:xfrm>
            <a:off x="15819492" y="11251427"/>
            <a:ext cx="12865691" cy="38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0"/>
              </a:spcAft>
            </a:pPr>
            <a:r>
              <a:rPr sz="2360" b="0">
                <a:solidFill>
                  <a:srgbClr val="14181F"/>
                </a:solidFill>
                <a:latin typeface="Arial" panose="020B0604020202020204"/>
              </a:rPr>
              <a:t>Figura 3 — Relatório de análise exibido no terminal.</a:t>
            </a:r>
            <a:endParaRPr lang="pt-BR" alt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4" name="Rectangle 61"/>
          <p:cNvSpPr>
            <a:spLocks noChangeArrowheads="1"/>
          </p:cNvSpPr>
          <p:nvPr/>
        </p:nvSpPr>
        <p:spPr bwMode="auto">
          <a:xfrm>
            <a:off x="0" y="-216543"/>
            <a:ext cx="178546" cy="43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4216" tIns="42108" rIns="84216" bIns="42108" anchor="ctr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/>
          </a:p>
        </p:txBody>
      </p:sp>
      <p:sp>
        <p:nvSpPr>
          <p:cNvPr id="2075" name="Rectangle 1606"/>
          <p:cNvSpPr>
            <a:spLocks noChangeArrowheads="1"/>
          </p:cNvSpPr>
          <p:nvPr/>
        </p:nvSpPr>
        <p:spPr bwMode="auto">
          <a:xfrm>
            <a:off x="15698411" y="35743943"/>
            <a:ext cx="13096338" cy="5348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69888" tIns="134944" rIns="269888" bIns="13494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360" b="0">
                <a:solidFill>
                  <a:srgbClr val="14181F"/>
                </a:solidFill>
                <a:latin typeface="Arial" panose="020B0604020202020204"/>
              </a:rPr>
              <a:t>ASSETTO CORSA. Shared Memory Reference — structs SPageFilePhysics, SPageFileGraphic e SPageFileStatic. Kunos Simulazioni.</a:t>
            </a:r>
            <a:endParaRPr sz="2000" b="0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800"/>
              </a:spcAft>
            </a:pPr>
            <a:r>
              <a:rPr sz="2360" b="0">
                <a:solidFill>
                  <a:srgbClr val="14181F"/>
                </a:solidFill>
                <a:latin typeface="Arial" panose="020B0604020202020204"/>
              </a:rPr>
              <a:t>PEDREGOSA, F. et al. Scikit-learn: Machine Learning in Python. Journal of Machine Learning Research, v. 12, p. 2825–2830, 2011.</a:t>
            </a:r>
            <a:endParaRPr sz="2000" b="0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800"/>
              </a:spcAft>
            </a:pPr>
            <a:r>
              <a:rPr sz="2360" b="0">
                <a:solidFill>
                  <a:srgbClr val="14181F"/>
                </a:solidFill>
                <a:latin typeface="Arial" panose="020B0604020202020204"/>
              </a:rPr>
              <a:t>FRIEDMAN, J. H. Greedy Function Approximation: A Gradient Boosting Machine. Annals of Statistics, v. 29, n. 5, p. 1189–1232, 2001.</a:t>
            </a:r>
            <a:endParaRPr sz="2000" b="0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800"/>
              </a:spcAft>
            </a:pPr>
            <a:r>
              <a:rPr sz="2360" b="0">
                <a:solidFill>
                  <a:srgbClr val="14181F"/>
                </a:solidFill>
                <a:latin typeface="Arial" panose="020B0604020202020204"/>
              </a:rPr>
              <a:t>SUPABASE. Documentation — PostgreSQL backend &amp; client libraries. Disponível em: supabase.com/docs.</a:t>
            </a:r>
            <a:endParaRPr sz="2000" b="0">
              <a:solidFill>
                <a:srgbClr val="14181F"/>
              </a:solidFill>
              <a:latin typeface="Arial" panose="020B0604020202020204"/>
            </a:endParaRPr>
          </a:p>
        </p:txBody>
      </p:sp>
      <p:sp>
        <p:nvSpPr>
          <p:cNvPr id="2076" name="Rectangle 1091"/>
          <p:cNvSpPr>
            <a:spLocks noChangeArrowheads="1"/>
          </p:cNvSpPr>
          <p:nvPr/>
        </p:nvSpPr>
        <p:spPr bwMode="auto">
          <a:xfrm>
            <a:off x="1379974" y="13713729"/>
            <a:ext cx="13968275" cy="353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12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O sistema lê a Shared Memory do Assetto Corsa a uma taxa configurável de 20 a 100 Hz e divide cada volta em ~100 mini-setores (≈1% da pista cada). De cada input do piloto acelerador, freio, volante e aderência são extraídas quatro estatísticas: média, máximo, mínimo e desvio-padrão, preservando a dinâmica dentro do setor.</a:t>
            </a:r>
            <a:endParaRPr lang="pt-BR"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algn="l">
              <a:spcAft>
                <a:spcPts val="12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Cada volta é comparada à melhor volta de referência, revelando as zonas de maior perda de tempo (delta por setor).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</p:txBody>
      </p:sp>
      <p:sp>
        <p:nvSpPr>
          <p:cNvPr id="2077" name="Rectangle 1606"/>
          <p:cNvSpPr>
            <a:spLocks noChangeArrowheads="1"/>
          </p:cNvSpPr>
          <p:nvPr/>
        </p:nvSpPr>
        <p:spPr bwMode="auto">
          <a:xfrm>
            <a:off x="1286569" y="28971276"/>
            <a:ext cx="14000899" cy="270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1000"/>
              </a:spcAft>
            </a:pPr>
            <a:r>
              <a:rPr sz="3068" b="1">
                <a:solidFill>
                  <a:srgbClr val="14181F"/>
                </a:solidFill>
                <a:latin typeface="Arial" panose="020B0604020202020204"/>
              </a:rPr>
              <a:t>O diagnóstico combina duas camadas complementares: </a:t>
            </a: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onze detectores heurísticos baseados em física (frenagem tardia, understeer, trail-braking, troca de marcha subótima, entre outros) e um modelo de Machine Learning treinado por pista, que aprende o comportamento ideal e pontua cada setor com um índice de anomalia de 0 a 1.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</p:txBody>
      </p:sp>
      <p:sp>
        <p:nvSpPr>
          <p:cNvPr id="2078" name="Text Box 3655"/>
          <p:cNvSpPr txBox="1">
            <a:spLocks noChangeArrowheads="1"/>
          </p:cNvSpPr>
          <p:nvPr/>
        </p:nvSpPr>
        <p:spPr bwMode="auto">
          <a:xfrm>
            <a:off x="1362249" y="31940557"/>
            <a:ext cx="13622497" cy="38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0"/>
              </a:spcAft>
            </a:pPr>
            <a:r>
              <a:rPr sz="2360" b="0">
                <a:solidFill>
                  <a:srgbClr val="14181F"/>
                </a:solidFill>
                <a:latin typeface="Arial" panose="020B0604020202020204"/>
              </a:rPr>
              <a:t>Figura 2 — Volta em mini-setores e delta por zona da pista.</a:t>
            </a:r>
            <a:endParaRPr lang="pt-BR" alt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9" name="Text Box 3354"/>
          <p:cNvSpPr txBox="1">
            <a:spLocks noChangeArrowheads="1"/>
          </p:cNvSpPr>
          <p:nvPr/>
        </p:nvSpPr>
        <p:spPr bwMode="auto">
          <a:xfrm>
            <a:off x="17864575" y="6504237"/>
            <a:ext cx="9189260" cy="6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50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50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894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RESULTADOS </a:t>
            </a:r>
            <a:endParaRPr lang="pt-BR" altLang="pt-BR" sz="3300" b="1" dirty="0">
              <a:solidFill>
                <a:srgbClr val="C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80" name="Rectangle 3678"/>
          <p:cNvSpPr>
            <a:spLocks noChangeArrowheads="1"/>
          </p:cNvSpPr>
          <p:nvPr/>
        </p:nvSpPr>
        <p:spPr bwMode="auto">
          <a:xfrm>
            <a:off x="16006433" y="20325911"/>
            <a:ext cx="13244094" cy="1838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8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O modelo aprende o padrão normal de cada pista de forma auto-supervisionada as próprias voltas do piloto, apontando perdas que regras fixas não captam.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</p:txBody>
      </p:sp>
      <p:sp>
        <p:nvSpPr>
          <p:cNvPr id="2081" name="Rectangle 45"/>
          <p:cNvSpPr>
            <a:spLocks noChangeArrowheads="1"/>
          </p:cNvSpPr>
          <p:nvPr/>
        </p:nvSpPr>
        <p:spPr bwMode="auto">
          <a:xfrm>
            <a:off x="0" y="0"/>
            <a:ext cx="3027599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pt-BR" altLang="pt-BR"/>
          </a:p>
        </p:txBody>
      </p:sp>
      <p:sp>
        <p:nvSpPr>
          <p:cNvPr id="2082" name="Rectangle 3678"/>
          <p:cNvSpPr>
            <a:spLocks noChangeArrowheads="1"/>
          </p:cNvSpPr>
          <p:nvPr/>
        </p:nvSpPr>
        <p:spPr bwMode="auto">
          <a:xfrm>
            <a:off x="15707010" y="7122080"/>
            <a:ext cx="13200695" cy="3822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Aft>
                <a:spcPts val="600"/>
              </a:spcAft>
            </a:pPr>
            <a:r>
              <a:rPr sz="3068" b="1">
                <a:solidFill>
                  <a:srgbClr val="14181F"/>
                </a:solidFill>
                <a:latin typeface="Arial" panose="020B0604020202020204"/>
              </a:rPr>
              <a:t>Pipeline funcional ponta a ponta:</a:t>
            </a:r>
            <a:endParaRPr sz="2600" b="1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6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Leitura estável de 20 a 100 Hz da telemetria do jogo.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6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~100 mini-setores analisados por volta.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6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11 detectores de causa de perda de tempo.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6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Feedback de voz em pt-BR em menos de 3 s após a volta.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  <a:p>
            <a:pPr algn="l">
              <a:spcAft>
                <a:spcPts val="600"/>
              </a:spcAft>
            </a:pPr>
            <a:r>
              <a:rPr sz="3068" b="0">
                <a:solidFill>
                  <a:srgbClr val="14181F"/>
                </a:solidFill>
                <a:latin typeface="Arial" panose="020B0604020202020204"/>
              </a:rPr>
              <a:t>Histórico opcional na nuvem (Supabase) com personal best.</a:t>
            </a:r>
            <a:endParaRPr sz="2600" b="0">
              <a:solidFill>
                <a:srgbClr val="14181F"/>
              </a:solidFill>
              <a:latin typeface="Arial" panose="020B0604020202020204"/>
            </a:endParaRPr>
          </a:p>
        </p:txBody>
      </p:sp>
      <p:sp>
        <p:nvSpPr>
          <p:cNvPr id="5" name="Text Box 3655"/>
          <p:cNvSpPr txBox="1">
            <a:spLocks noChangeArrowheads="1"/>
          </p:cNvSpPr>
          <p:nvPr/>
        </p:nvSpPr>
        <p:spPr bwMode="auto">
          <a:xfrm>
            <a:off x="17860607" y="22976117"/>
            <a:ext cx="9838470" cy="38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Aft>
                <a:spcPts val="0"/>
              </a:spcAft>
            </a:pPr>
            <a:r>
              <a:rPr sz="2360" b="0">
                <a:solidFill>
                  <a:srgbClr val="14181F"/>
                </a:solidFill>
                <a:latin typeface="Arial" panose="020B0604020202020204"/>
              </a:rPr>
              <a:t>Figura 4 — QR Code do repositório do projeto.</a:t>
            </a:r>
            <a:endParaRPr lang="pt-BR" alt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86" name="Picture 2085" descr="im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00" y="18164979"/>
            <a:ext cx="15114638" cy="9230976"/>
          </a:xfrm>
          <a:prstGeom prst="rect">
            <a:avLst/>
          </a:prstGeom>
        </p:spPr>
      </p:pic>
      <p:pic>
        <p:nvPicPr>
          <p:cNvPr id="2087" name="Picture 2086" descr="img_s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49" y="32385993"/>
            <a:ext cx="13622497" cy="8173498"/>
          </a:xfrm>
          <a:prstGeom prst="rect">
            <a:avLst/>
          </a:prstGeom>
        </p:spPr>
      </p:pic>
      <p:pic>
        <p:nvPicPr>
          <p:cNvPr id="2088" name="Picture 2087" descr="img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4053" y="11702064"/>
            <a:ext cx="13433306" cy="6595842"/>
          </a:xfrm>
          <a:prstGeom prst="rect">
            <a:avLst/>
          </a:prstGeom>
        </p:spPr>
      </p:pic>
      <p:pic>
        <p:nvPicPr>
          <p:cNvPr id="2089" name="Picture 2088" descr="img_qr_re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66141" y="23426629"/>
            <a:ext cx="5108436" cy="51084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presentação em branco">
  <a:themeElements>
    <a:clrScheme name="Apresentação em branc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presentação em branc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29305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29305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Apresentação em branc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presentação em branc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2980</Words>
  <Application>WPS Presentation</Application>
  <PresentationFormat>Personalizar</PresentationFormat>
  <Paragraphs>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Times New Roman</vt:lpstr>
      <vt:lpstr>Arial</vt:lpstr>
      <vt:lpstr>Microsoft YaHei</vt:lpstr>
      <vt:lpstr>Arial Unicode MS</vt:lpstr>
      <vt:lpstr>Apresentação em branco</vt:lpstr>
      <vt:lpstr>PowerPoint 演示文稿</vt:lpstr>
    </vt:vector>
  </TitlesOfParts>
  <Company>Verran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</dc:title>
  <dc:creator>Dalla Valentina</dc:creator>
  <cp:lastModifiedBy>needc</cp:lastModifiedBy>
  <cp:revision>459</cp:revision>
  <cp:lastPrinted>2004-11-22T18:36:00Z</cp:lastPrinted>
  <dcterms:created xsi:type="dcterms:W3CDTF">2004-11-18T16:43:00Z</dcterms:created>
  <dcterms:modified xsi:type="dcterms:W3CDTF">2026-06-22T21:37:11Z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16B374C258C74EB4941AA162968971F8_12</vt:lpwstr>
  </property>
  <property fmtid="{D5CDD505-2E9C-101B-9397-08002B2CF9AE}" pid="3" name="KSOProductBuildVer">
    <vt:lpwstr>1046-12.1.0.26880</vt:lpwstr>
  </property>
</Properties>
</file>